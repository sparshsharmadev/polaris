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</a:t>
            </a:r>
            <a:r>
              <a:rPr lang="en-US" sz="4000" b="1" dirty="0" smtClean="0">
                <a:solidFill>
                  <a:schemeClr val="tx2"/>
                </a:solidFill>
                <a:latin typeface="Garamond" panose="02020404030301010803" pitchFamily="18" charset="0"/>
              </a:rPr>
              <a:t>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Software/Hardware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</a:t>
            </a:r>
          </a:p>
          <a:p>
            <a:pPr marL="285750" indent="-285750" algn="just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(Registered on portal)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/>
            </a:r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5362" name="Rounded Rectangle 15361"/>
          <p:cNvSpPr/>
          <p:nvPr/>
        </p:nvSpPr>
        <p:spPr>
          <a:xfrm>
            <a:off x="731520" y="1371600"/>
            <a:ext cx="2468880" cy="2011680"/>
          </a:xfrm>
          <a:prstGeom prst="roundRect">
            <a:avLst/>
          </a:prstGeom>
          <a:solidFill>
            <a:srgbClr val="F0F5FA"/>
          </a:solidFill>
          <a:ln w="19050">
            <a:solidFill>
              <a:srgbClr val="0066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137160" bIns="137160"/>
          <a:lstStyle/>
          <a:p>
            <a:pPr algn="ctr">
              <a:defRPr b="1" sz="1200">
                <a:solidFill>
                  <a:srgbClr val="003366"/>
                </a:solidFill>
              </a:defRPr>
            </a:pPr>
            <a:r>
              <a:t>Expedition Planner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xmlns="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